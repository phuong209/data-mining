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Tổng quan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Dataset gồm 768 dòng, mỗi dòng là một cá nhân.</a:t>
            </a:r>
          </a:p>
          <a:p>
            <a:pPr>
              <a:defRPr sz="1800"/>
            </a:pPr>
            <a:r>
              <a:t>Có 8 đặc trưng đầu vào và 1 cột kết quả (Outcome).</a:t>
            </a:r>
          </a:p>
          <a:p>
            <a:pPr>
              <a:defRPr sz="1800"/>
            </a:pPr>
            <a:r>
              <a:t>Biến đầu vào gồm số nguyên và số thực với đơn vị lâm sàng.</a:t>
            </a:r>
          </a:p>
          <a:p>
            <a:pPr>
              <a:defRPr sz="1800"/>
            </a:pPr>
            <a:r>
              <a:t>Outcome: 1 = có tiểu đường, 0 = không.</a:t>
            </a:r>
          </a:p>
          <a:p>
            <a:pPr>
              <a:defRPr sz="1800"/>
            </a:pPr>
            <a:r>
              <a:t>Không có null nhưng có giá trị 0 bất hợp lý cần xử lý.</a:t>
            </a:r>
          </a:p>
        </p:txBody>
      </p:sp>
      <p:pic>
        <p:nvPicPr>
          <p:cNvPr id="5" name="Picture 4" descr="Screenshot 2025-09-29 234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1800"/>
            <a:ext cx="886968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Đặc trưng và phân bố giá trị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Các đặc trưng có đơn vị đo khác nhau.</a:t>
            </a:r>
          </a:p>
          <a:p>
            <a:pPr>
              <a:defRPr sz="1800"/>
            </a:pPr>
            <a:r>
              <a:t>Khoảng giá trị: Pregnancies 0–17, Glucose 0–199, ...</a:t>
            </a:r>
          </a:p>
          <a:p>
            <a:pPr>
              <a:defRPr sz="1800"/>
            </a:pPr>
            <a:r>
              <a:t>Outcome: ~35% có bệnh tiểu đường.</a:t>
            </a:r>
          </a:p>
        </p:txBody>
      </p:sp>
      <p:pic>
        <p:nvPicPr>
          <p:cNvPr id="5" name="Picture 4" descr="Screenshot 2025-09-29 2345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88920"/>
            <a:ext cx="902425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Mối tương quan giữa các tính chất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Tương quan cho biết mối quan hệ giữa hai biến.</a:t>
            </a:r>
          </a:p>
          <a:p>
            <a:pPr>
              <a:defRPr sz="1800"/>
            </a:pPr>
            <a:r>
              <a:t>Pearson’s Correlation Coefficient phổ biến.</a:t>
            </a:r>
          </a:p>
          <a:p>
            <a:pPr>
              <a:defRPr sz="1800"/>
            </a:pPr>
            <a:r>
              <a:t>r = -1 hoặc 1 → tương quan hoàn toàn; r = 0 → không tương quan.</a:t>
            </a:r>
          </a:p>
          <a:p>
            <a:pPr>
              <a:defRPr sz="1800"/>
            </a:pPr>
            <a:r>
              <a:t>Quan trọng để loại bỏ thuộc tính có tương quan cao tránh ảnh hưởng mô hình.</a:t>
            </a:r>
          </a:p>
        </p:txBody>
      </p:sp>
      <p:pic>
        <p:nvPicPr>
          <p:cNvPr id="5" name="Picture 4" descr="Screenshot 2025-09-29 2345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892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Phân tích Boxplot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Median → so sánh vị trí tập trung dữ liệu.</a:t>
            </a:r>
          </a:p>
          <a:p>
            <a:pPr>
              <a:defRPr sz="1800"/>
            </a:pPr>
            <a:r>
              <a:t>Chiều dài hộp → mức độ phân tán.</a:t>
            </a:r>
          </a:p>
          <a:p>
            <a:pPr>
              <a:defRPr sz="1800"/>
            </a:pPr>
            <a:r>
              <a:t>Ngoại lệ (outlier) nằm ngoài whiskers.</a:t>
            </a:r>
          </a:p>
          <a:p>
            <a:pPr>
              <a:defRPr sz="1800"/>
            </a:pPr>
            <a:r>
              <a:t>Hướng lệch: median lệch dưới → skew phải; lệch trên → skew trái.</a:t>
            </a:r>
          </a:p>
        </p:txBody>
      </p:sp>
      <p:pic>
        <p:nvPicPr>
          <p:cNvPr id="5" name="Picture 4" descr="Screenshot 2025-09-29 2346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0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Histogram của các đặc trưng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Code hiển thị histogram của các đặc trưng.</a:t>
            </a:r>
          </a:p>
          <a:p>
            <a:pPr>
              <a:defRPr sz="1800"/>
            </a:pPr>
            <a:r>
              <a:t>Quan sát được phân phối dữ liệu theo từng biến.</a:t>
            </a:r>
          </a:p>
        </p:txBody>
      </p:sp>
      <p:pic>
        <p:nvPicPr>
          <p:cNvPr id="5" name="Picture 4" descr="Screenshot 2025-09-29 234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697480"/>
            <a:ext cx="901337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Một số cặp tương quan nổi bật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SkinThickness &amp; Insulin (0.437): quan hệ dương vừa phải.</a:t>
            </a:r>
          </a:p>
          <a:p>
            <a:pPr>
              <a:defRPr sz="1800"/>
            </a:pPr>
            <a:r>
              <a:t>BMI &amp; Outcome (0.293): BMI cao liên quan nhẹ tới tiểu đường.</a:t>
            </a:r>
          </a:p>
          <a:p>
            <a:pPr>
              <a:defRPr sz="1800"/>
            </a:pPr>
            <a:r>
              <a:t>Glucose &amp; Outcome (0.467): Glucose rất quan trọng.</a:t>
            </a:r>
          </a:p>
          <a:p>
            <a:pPr>
              <a:defRPr sz="1800"/>
            </a:pPr>
            <a:r>
              <a:t>Pregnancies &amp; Age (0.544): số lần mang thai tăng theo tuổi.</a:t>
            </a:r>
          </a:p>
        </p:txBody>
      </p:sp>
      <p:pic>
        <p:nvPicPr>
          <p:cNvPr id="5" name="Picture 4" descr="Screenshot 2025-09-29 234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43200"/>
            <a:ext cx="893717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Biểu đồ bổ 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Quan sát mối quan hệ chi tiết giữa biến và Outcome.</a:t>
            </a:r>
          </a:p>
          <a:p>
            <a:pPr>
              <a:defRPr sz="1800"/>
            </a:pPr>
            <a:r>
              <a:t>Một số biến thể hiện phân tách rõ ràng hơn.</a:t>
            </a:r>
          </a:p>
          <a:p>
            <a:pPr>
              <a:defRPr sz="1800"/>
            </a:pPr>
            <a:r>
              <a:t>Hỗ trợ xác định đặc trưng quan trọng cho mô hình.</a:t>
            </a:r>
          </a:p>
        </p:txBody>
      </p:sp>
      <p:pic>
        <p:nvPicPr>
          <p:cNvPr id="5" name="Picture 4" descr="Screenshot 2025-09-29 234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65" y="2651760"/>
            <a:ext cx="874340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/>
              <a:t>Chuẩn hóa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/>
            </a:pPr>
            <a:r>
              <a:t>Đưa các đặc trưng về cùng miền trị.</a:t>
            </a:r>
          </a:p>
          <a:p>
            <a:pPr>
              <a:defRPr sz="1800"/>
            </a:pPr>
            <a:r>
              <a:t>Min-Max Normalization: (x-min)/(max-min).</a:t>
            </a:r>
          </a:p>
          <a:p>
            <a:pPr>
              <a:defRPr sz="1800"/>
            </a:pPr>
            <a:r>
              <a:t>Standard Normalization: (x-μ)/σ.</a:t>
            </a:r>
          </a:p>
          <a:p>
            <a:pPr>
              <a:defRPr sz="1800"/>
            </a:pPr>
            <a:r>
              <a:t>Thường áp dụng trong giai đoạn huấn luyện.</a:t>
            </a:r>
          </a:p>
        </p:txBody>
      </p:sp>
      <p:pic>
        <p:nvPicPr>
          <p:cNvPr id="5" name="Picture 4" descr="Screenshot 2025-09-29 2347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0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379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Đặng Thanh Phương</cp:lastModifiedBy>
  <cp:revision>2</cp:revision>
  <dcterms:created xsi:type="dcterms:W3CDTF">2013-01-27T09:14:16Z</dcterms:created>
  <dcterms:modified xsi:type="dcterms:W3CDTF">2025-09-29T17:19:16Z</dcterms:modified>
  <cp:category/>
</cp:coreProperties>
</file>